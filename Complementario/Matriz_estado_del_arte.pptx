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4EF824-20EA-4764-A04B-E2275FEAB48A}">
  <a:tblStyle styleId="{C04EF824-20EA-4764-A04B-E2275FEAB4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-25" y="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{C04EF824-20EA-4764-A04B-E2275FEAB48A}</a:tableStyleId>
              </a:tblPr>
              <a:tblGrid>
                <a:gridCol w="1333625"/>
                <a:gridCol w="1333625"/>
                <a:gridCol w="1333625"/>
                <a:gridCol w="1333625"/>
                <a:gridCol w="1333625"/>
                <a:gridCol w="1333625"/>
                <a:gridCol w="1142175"/>
              </a:tblGrid>
              <a:tr h="942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Problema</a:t>
                      </a:r>
                      <a:endParaRPr b="1"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 </a:t>
                      </a:r>
                      <a:r>
                        <a:rPr lang="e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 la solución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¿Cómo es? </a:t>
                      </a:r>
                      <a:r>
                        <a:rPr lang="e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Descripción breve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¿Quien </a:t>
                      </a:r>
                      <a:r>
                        <a:rPr lang="es" sz="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quien la está usando? o la hizo?</a:t>
                      </a:r>
                      <a:endParaRPr sz="7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¿Cómo soluciona</a:t>
                      </a:r>
                      <a:r>
                        <a:rPr lang="e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el problema?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</a:t>
                      </a:r>
                      <a:r>
                        <a:rPr lang="es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fuente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Imágen</a:t>
                      </a:r>
                      <a:endParaRPr b="1" sz="13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</a:tr>
              <a:tr h="840200"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Escribir aquí el problema, usuario + contexto + necesidad + “pero…”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402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402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402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402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